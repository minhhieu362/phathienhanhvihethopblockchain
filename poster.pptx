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1836" y="-18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808627"/>
              </p:ext>
            </p:extLst>
          </p:nvPr>
        </p:nvGraphicFramePr>
        <p:xfrm>
          <a:off x="71979" y="2356347"/>
          <a:ext cx="3871459" cy="2152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1459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7836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thiệu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35776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b="1" dirty="0"/>
                        <a:t>* </a:t>
                      </a:r>
                      <a:r>
                        <a:rPr lang="vi-VN" sz="900" b="1" dirty="0"/>
                        <a:t>Giới thiệu:</a:t>
                      </a:r>
                      <a:r>
                        <a:rPr lang="vi-VN" sz="900" dirty="0"/>
                        <a:t> Đề tài xây dựng hệ thống nhận diện hành vi sinh viên trong thời gian thực bằng trí tuệ nhân tạo (AI), đảm bảo tính minh bạch và an toàn bằng </a:t>
                      </a:r>
                      <a:r>
                        <a:rPr lang="vi-VN" sz="900" dirty="0" err="1"/>
                        <a:t>Blockchain</a:t>
                      </a:r>
                      <a:r>
                        <a:rPr lang="vi-VN" sz="900" dirty="0"/>
                        <a:t>.</a:t>
                      </a:r>
                      <a:endParaRPr lang="en-US" sz="9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vi-VN" sz="900" dirty="0"/>
                        <a:t> </a:t>
                      </a:r>
                      <a:r>
                        <a:rPr lang="vi-VN" sz="900" b="1" dirty="0"/>
                        <a:t>* Hệ thống cho phép:</a:t>
                      </a:r>
                      <a:endParaRPr lang="vi-VN" sz="9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/>
                        <a:t>Phát hiện </a:t>
                      </a:r>
                      <a:r>
                        <a:rPr lang="vi-VN" sz="900" dirty="0" err="1"/>
                        <a:t>realtime</a:t>
                      </a:r>
                      <a:r>
                        <a:rPr lang="vi-VN" sz="900" dirty="0"/>
                        <a:t> 4 hành vi: Ngủ gật, Dùng điện thoại, Mất tập trung, Rời khỏi vị trí.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/>
                        <a:t>Lưu trữ dữ liệu an toàn vào </a:t>
                      </a:r>
                      <a:r>
                        <a:rPr lang="vi-VN" sz="900" dirty="0" err="1"/>
                        <a:t>database</a:t>
                      </a:r>
                      <a:r>
                        <a:rPr lang="vi-VN" sz="900" dirty="0"/>
                        <a:t> và hai nền tảng </a:t>
                      </a:r>
                      <a:r>
                        <a:rPr lang="vi-VN" sz="900" dirty="0" err="1"/>
                        <a:t>Blockchain</a:t>
                      </a:r>
                      <a:r>
                        <a:rPr lang="vi-VN" sz="900" dirty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/>
                        <a:t>Tạo minh chứng không thể thay đổi cho mỗi vi phạm.</a:t>
                      </a:r>
                      <a:endParaRPr lang="en-US" sz="900" dirty="0"/>
                    </a:p>
                    <a:p>
                      <a:r>
                        <a:rPr lang="vi-VN" sz="900" dirty="0"/>
                        <a:t> </a:t>
                      </a:r>
                      <a:r>
                        <a:rPr lang="vi-VN" sz="900" b="1" dirty="0"/>
                        <a:t>* MỤC TIÊU ĐỀ TÀI:</a:t>
                      </a:r>
                      <a:endParaRPr lang="vi-VN" sz="9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/>
                        <a:t>Xây dựng mô hình AI phát hiện hành vi từ </a:t>
                      </a:r>
                      <a:r>
                        <a:rPr lang="vi-VN" sz="900" dirty="0" err="1"/>
                        <a:t>webcam</a:t>
                      </a:r>
                      <a:r>
                        <a:rPr lang="vi-VN" sz="900" dirty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/>
                        <a:t>Ứng dụng </a:t>
                      </a:r>
                      <a:r>
                        <a:rPr lang="vi-VN" sz="900" dirty="0" err="1"/>
                        <a:t>Blockchain</a:t>
                      </a:r>
                      <a:r>
                        <a:rPr lang="vi-VN" sz="900" dirty="0"/>
                        <a:t> để bảo mật minh chứng.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/>
                        <a:t>Thiết kế giao diện </a:t>
                      </a:r>
                      <a:r>
                        <a:rPr lang="vi-VN" sz="900" dirty="0" err="1"/>
                        <a:t>Dashboard</a:t>
                      </a:r>
                      <a:r>
                        <a:rPr lang="vi-VN" sz="900" dirty="0"/>
                        <a:t> theo dõi trực quan.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vi-VN" sz="9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578854"/>
              </p:ext>
            </p:extLst>
          </p:nvPr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trúc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ERP: HỆ THỐNG PHÁT HIỆN HÀNH VI SINH VIÊN KẾT HỢP BLOCKCHAIN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99" b="1" dirty="0"/>
                  <a:t>Nguyễn Minh Hiếu </a:t>
                </a: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46593"/>
              </p:ext>
            </p:extLst>
          </p:nvPr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 dirty="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687926"/>
              </p:ext>
            </p:extLst>
          </p:nvPr>
        </p:nvGraphicFramePr>
        <p:xfrm>
          <a:off x="68579" y="4557754"/>
          <a:ext cx="3811821" cy="5334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18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3652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509055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959286E-D53A-FB49-5826-7326306D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71899"/>
              </p:ext>
            </p:extLst>
          </p:nvPr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172654"/>
              </p:ext>
            </p:extLst>
          </p:nvPr>
        </p:nvGraphicFramePr>
        <p:xfrm>
          <a:off x="4027950" y="8068432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000" dirty="0"/>
                        <a:t>Mở rộng tập dữ liệu AI.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000" dirty="0"/>
                        <a:t>Tăng độ chính xác mô hình.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000" dirty="0"/>
                        <a:t>Phát triển ứng dụng </a:t>
                      </a:r>
                      <a:r>
                        <a:rPr lang="vi-VN" sz="1000" dirty="0" err="1"/>
                        <a:t>mobile</a:t>
                      </a:r>
                      <a:r>
                        <a:rPr lang="vi-VN" sz="1000" dirty="0"/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000" dirty="0"/>
                        <a:t>Tích hợp QR </a:t>
                      </a:r>
                      <a:r>
                        <a:rPr lang="vi-VN" sz="1000" dirty="0" err="1"/>
                        <a:t>Code</a:t>
                      </a:r>
                      <a:r>
                        <a:rPr lang="vi-VN" sz="1000" dirty="0"/>
                        <a:t> truy xuất nhanh.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000" dirty="0"/>
                        <a:t>Triển khai trên </a:t>
                      </a:r>
                      <a:r>
                        <a:rPr lang="vi-VN" sz="1000" dirty="0" err="1"/>
                        <a:t>Cloud</a:t>
                      </a:r>
                      <a:r>
                        <a:rPr lang="vi-VN" sz="1000" dirty="0"/>
                        <a:t> Server. </a:t>
                      </a:r>
                    </a:p>
                    <a:p>
                      <a:endParaRPr lang="vi-V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44A033B-ADB1-65DC-6E8B-77A248771067}"/>
              </a:ext>
            </a:extLst>
          </p:cNvPr>
          <p:cNvGrpSpPr/>
          <p:nvPr/>
        </p:nvGrpSpPr>
        <p:grpSpPr>
          <a:xfrm>
            <a:off x="4535229" y="7599157"/>
            <a:ext cx="683266" cy="362763"/>
            <a:chOff x="6071533" y="2197843"/>
            <a:chExt cx="683266" cy="367061"/>
          </a:xfrm>
        </p:grpSpPr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F232106F-BB02-AEDC-69E9-2BDE01BDE00D}"/>
                </a:ext>
              </a:extLst>
            </p:cNvPr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>
              <a:extLst>
                <a:ext uri="{FF2B5EF4-FFF2-40B4-BE49-F238E27FC236}">
                  <a16:creationId xmlns:a16="http://schemas.microsoft.com/office/drawing/2014/main" id="{58468723-8BEE-E9A8-37F1-25D443A786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CA4AE13E-261B-CCD9-0CCB-E209746E8442}"/>
              </a:ext>
            </a:extLst>
          </p:cNvPr>
          <p:cNvGrpSpPr/>
          <p:nvPr/>
        </p:nvGrpSpPr>
        <p:grpSpPr>
          <a:xfrm>
            <a:off x="5679061" y="6914401"/>
            <a:ext cx="725093" cy="1027194"/>
            <a:chOff x="5729861" y="6934721"/>
            <a:chExt cx="725093" cy="1027194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9A6FA28E-24A2-971C-1329-B9C39D802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CF614D1B-5E22-CCB8-7095-13F12F04FD96}"/>
                </a:ext>
              </a:extLst>
            </p:cNvPr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C3051B63-3463-6494-3CCA-F8F194D0A4B7}"/>
                  </a:ext>
                </a:extLst>
              </p:cNvPr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>
                <a:extLst>
                  <a:ext uri="{FF2B5EF4-FFF2-40B4-BE49-F238E27FC236}">
                    <a16:creationId xmlns:a16="http://schemas.microsoft.com/office/drawing/2014/main" id="{E7E7E365-5E2E-837C-A71B-F336329B51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99483A0-62E1-7F85-E6BA-36D39D27AB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5657" y="4922166"/>
            <a:ext cx="2802343" cy="17289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F41D27F-F7F5-F2AA-13CB-60290600FE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61" y="8012870"/>
            <a:ext cx="3711103" cy="185323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7B66B75-4B66-E540-BFB1-47A628D0C4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3987" y="6468036"/>
            <a:ext cx="1493432" cy="152417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0124E7D-4966-D1DC-9D06-9027BF9751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185" y="1286881"/>
            <a:ext cx="695821" cy="69582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93ACDE5-27C9-C3F9-F3C9-CE17F9180D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264" y="6892996"/>
            <a:ext cx="695821" cy="695821"/>
          </a:xfrm>
          <a:prstGeom prst="rect">
            <a:avLst/>
          </a:prstGeom>
        </p:spPr>
      </p:pic>
      <p:pic>
        <p:nvPicPr>
          <p:cNvPr id="4" name="Hình ảnh 3">
            <a:extLst>
              <a:ext uri="{FF2B5EF4-FFF2-40B4-BE49-F238E27FC236}">
                <a16:creationId xmlns:a16="http://schemas.microsoft.com/office/drawing/2014/main" id="{BB9721B7-8F16-FE71-9B5D-E78170545D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78" y="4850265"/>
            <a:ext cx="3811821" cy="1558695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2F1ACD13-6A53-14D4-4110-9A0CF2B6F9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77" y="6441999"/>
            <a:ext cx="2285410" cy="1596958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BBB22725-381D-8C07-2242-6E5BD005DE4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39798" y="2650953"/>
            <a:ext cx="2746223" cy="198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775</TotalTime>
  <Words>226</Words>
  <Application>Microsoft Office PowerPoint</Application>
  <PresentationFormat>Khổ A4 (210x297 mm)</PresentationFormat>
  <Paragraphs>28</Paragraphs>
  <Slides>1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6" baseType="lpstr">
      <vt:lpstr>Arial Hebrew Scholar</vt:lpstr>
      <vt:lpstr>Arial</vt:lpstr>
      <vt:lpstr>Calibri</vt:lpstr>
      <vt:lpstr>Calibri Light</vt:lpstr>
      <vt:lpstr>Office Theme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le dang trung</cp:lastModifiedBy>
  <cp:revision>100</cp:revision>
  <dcterms:created xsi:type="dcterms:W3CDTF">2023-07-02T07:57:15Z</dcterms:created>
  <dcterms:modified xsi:type="dcterms:W3CDTF">2026-06-04T06:33:38Z</dcterms:modified>
</cp:coreProperties>
</file>